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inston-churc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954944" cy="1234440"/>
          </a:xfrm>
          <a:prstGeom prst="rect">
            <a:avLst/>
          </a:prstGeom>
        </p:spPr>
      </p:pic>
      <p:pic>
        <p:nvPicPr>
          <p:cNvPr id="5" name="Picture 4" descr="logo-winston-educa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02920"/>
            <a:ext cx="955267" cy="1234440"/>
          </a:xfrm>
          <a:prstGeom prst="rect">
            <a:avLst/>
          </a:prstGeom>
        </p:spPr>
      </p:pic>
      <p:pic>
        <p:nvPicPr>
          <p:cNvPr id="6" name="Picture 5" descr="logo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411480"/>
            <a:ext cx="4389120" cy="198403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2103120"/>
            <a:ext cx="2926080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39696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PARA FAMILIAS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10515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Guía para padres:
Inscripciones y Colegiaturas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BAE6FD"/>
                </a:solidFill>
                <a:latin typeface="Calibri"/>
              </a:rPr>
              <a:t>Cómo reinscribir a tu hijo(a), pagar en línea o ventanilla, descargar tu factura y ver las colegiaturas del nuevo ciclo.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Portal: servicios-admin.vercel.app/portal-inscripciones  ·  Familias / Padres de familia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inston-churc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80040" cy="749808"/>
          </a:xfrm>
          <a:prstGeom prst="rect">
            <a:avLst/>
          </a:prstGeom>
        </p:spPr>
      </p:pic>
      <p:pic>
        <p:nvPicPr>
          <p:cNvPr id="5" name="Picture 4" descr="logo-winston-educa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09728"/>
            <a:ext cx="580236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164592"/>
            <a:ext cx="9601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Bienvenido(a)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035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5F3FC"/>
                </a:solidFill>
                <a:latin typeface="Calibri"/>
              </a:rPr>
              <a:t>Instituto Winston Churchill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D9488"/>
                </a:solidFill>
                <a:latin typeface="Calibri"/>
              </a:rPr>
              <a:t>•  Todo el proceso de reinscripción e inscripción está en un solo portal.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EA5E9"/>
                </a:solidFill>
                <a:latin typeface="Calibri"/>
              </a:rPr>
              <a:t>•  Enlace: https://servicios-admin.vercel.app/portal-inscripciones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Necesitas el usuario del alumno (número de control) y tu contraseña.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64748B"/>
                </a:solidFill>
                <a:latin typeface="Calibri"/>
              </a:rPr>
              <a:t>•  Usa una computadora o celular con internet; Chrome o Edge recomendados.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6A34A"/>
                </a:solidFill>
                <a:latin typeface="Calibri"/>
              </a:rPr>
              <a:t>•  Guarda siempre tus comprobantes y facturas PDF/XML.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6539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Instituto Winston Churchill  ·  Familias · Guía de inscripciones y colegiaturas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inston-churc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80040" cy="749808"/>
          </a:xfrm>
          <a:prstGeom prst="rect">
            <a:avLst/>
          </a:prstGeom>
        </p:spPr>
      </p:pic>
      <p:pic>
        <p:nvPicPr>
          <p:cNvPr id="5" name="Picture 4" descr="logo-winston-educa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09728"/>
            <a:ext cx="580236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164592"/>
            <a:ext cx="9601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¿Qué vas a hacer?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035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5F3FC"/>
                </a:solidFill>
                <a:latin typeface="Calibri"/>
              </a:rPr>
              <a:t>Tres etapas claras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383280" cy="4206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83080" y="1691640"/>
            <a:ext cx="1097280" cy="10972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196596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29260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Poner al día
el ciclo actual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2926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Si aún debes colegiaturas
del ciclo que termina,
págalas primero.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383280" cy="4206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77840" y="1691640"/>
            <a:ext cx="1097280" cy="10972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196596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017520"/>
            <a:ext cx="29260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Completar
4 pasos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023360"/>
            <a:ext cx="2926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Solicitud, reglamento,
pago de reinscripción
y recibo final.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417320"/>
            <a:ext cx="3383280" cy="4206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72600" y="1691640"/>
            <a:ext cx="1097280" cy="10972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96596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017520"/>
            <a:ext cx="29260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Colegiaturas
del ciclo nuevo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023360"/>
            <a:ext cx="2926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Cuota de inicio de curso
y mensualidades
del siguiente ciclo.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56539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Instituto Winston Churchill  ·  Familias · Guía de inscripciones y colegiaturas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inston-churc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80040" cy="749808"/>
          </a:xfrm>
          <a:prstGeom prst="rect">
            <a:avLst/>
          </a:prstGeom>
        </p:spPr>
      </p:pic>
      <p:pic>
        <p:nvPicPr>
          <p:cNvPr id="5" name="Picture 4" descr="logo-winston-educa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09728"/>
            <a:ext cx="580236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164592"/>
            <a:ext cx="9601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Etapa 1 — Liquidar el ciclo que termina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035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5F3FC"/>
                </a:solidFill>
                <a:latin typeface="Calibri"/>
              </a:rPr>
              <a:t>Ejemplo: 2025-2026</a:t>
            </a:r>
          </a:p>
        </p:txBody>
      </p:sp>
      <p:pic>
        <p:nvPicPr>
          <p:cNvPr id="8" name="Picture 7" descr="image-1af4db3c-17c3-4001-a728-f8f6860717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188720"/>
            <a:ext cx="6858000" cy="3850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280160"/>
            <a:ext cx="438912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97706"/>
                </a:solidFill>
                <a:latin typeface="Calibri"/>
              </a:rPr>
              <a:t>•  Si ves un aviso amarillo, aún hay pagos pendientes del ciclo actual.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Paga un concepto a la vez (baucher o pago en línea).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6A34A"/>
                </a:solidFill>
                <a:latin typeface="Calibri"/>
              </a:rPr>
              <a:t>•  Cuando todo diga Pagado, ya puedes reinscribir.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•  Pulsa Actualizar si acabas de pagar.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Instituto Winston Churchill  ·  Familias · Guía de inscripciones y colegiaturas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inston-churc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80040" cy="749808"/>
          </a:xfrm>
          <a:prstGeom prst="rect">
            <a:avLst/>
          </a:prstGeom>
        </p:spPr>
      </p:pic>
      <p:pic>
        <p:nvPicPr>
          <p:cNvPr id="5" name="Picture 4" descr="logo-winston-educa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09728"/>
            <a:ext cx="580236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164592"/>
            <a:ext cx="9601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Etapa 2 — Los 4 pasos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035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5F3FC"/>
                </a:solidFill>
                <a:latin typeface="Calibri"/>
              </a:rPr>
              <a:t>Todos deben quedar en COMPLETADO</a:t>
            </a:r>
          </a:p>
        </p:txBody>
      </p:sp>
      <p:pic>
        <p:nvPicPr>
          <p:cNvPr id="8" name="Picture 7" descr="image-7c6bf878-ab7d-49ec-b2ae-bded6990dc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143000"/>
            <a:ext cx="11338560" cy="59861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6539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Instituto Winston Churchill  ·  Familias · Guía de inscripciones y colegiaturas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inston-churc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80040" cy="749808"/>
          </a:xfrm>
          <a:prstGeom prst="rect">
            <a:avLst/>
          </a:prstGeom>
        </p:spPr>
      </p:pic>
      <p:pic>
        <p:nvPicPr>
          <p:cNvPr id="5" name="Picture 4" descr="logo-winston-educa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09728"/>
            <a:ext cx="580236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164592"/>
            <a:ext cx="9601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Detalle de cada paso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035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5F3FC"/>
                </a:solidFill>
                <a:latin typeface="Calibri"/>
              </a:rPr>
              <a:t>Haz clic en los botones grandes de cada tarjeta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11064240" cy="1051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64592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99032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01 Solicitud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64792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Revisa o actualiza los datos y guarda.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23160"/>
            <a:ext cx="11064240" cy="1051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164592" cy="1051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87752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02 Reglamento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53512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Abre el reglamento y la carta compromiso.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11880"/>
            <a:ext cx="11064240" cy="1051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11880"/>
            <a:ext cx="164592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76472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03 Pago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42232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Paga la reinscripción (ventanilla, tarjeta o SPEI).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00600"/>
            <a:ext cx="11064240" cy="10515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800600"/>
            <a:ext cx="164592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65192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04 Recibo final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30952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Ábrelo al menos una vez para marcarlo completo.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6539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Instituto Winston Churchill  ·  Familias · Guía de inscripciones y colegiaturas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inston-churc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80040" cy="749808"/>
          </a:xfrm>
          <a:prstGeom prst="rect">
            <a:avLst/>
          </a:prstGeom>
        </p:spPr>
      </p:pic>
      <p:pic>
        <p:nvPicPr>
          <p:cNvPr id="5" name="Picture 4" descr="logo-winston-educa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09728"/>
            <a:ext cx="580236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164592"/>
            <a:ext cx="9601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Cómo pagar la reinscripción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035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5F3FC"/>
                </a:solidFill>
                <a:latin typeface="Calibri"/>
              </a:rPr>
              <a:t>Elige la forma que te convenga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383280" cy="2743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D9488"/>
                </a:solidFill>
                <a:latin typeface="Calibri"/>
              </a:rPr>
              <a:t>Ventanilla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2926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Imprime el baucher y paga en el banco.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63040"/>
            <a:ext cx="3383280" cy="2743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3736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EA5E9"/>
                </a:solidFill>
                <a:latin typeface="Calibri"/>
              </a:rPr>
              <a:t>Tarjeta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68880"/>
            <a:ext cx="2926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Comercio electrónico Banorte (crédito o débito).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383280" cy="2743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73736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6A34A"/>
                </a:solidFill>
                <a:latin typeface="Calibri"/>
              </a:rPr>
              <a:t>SPEI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468880"/>
            <a:ext cx="2926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Transferencia desde tu banca en línea.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109728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B1F3A"/>
                </a:solidFill>
                <a:latin typeface="Calibri"/>
              </a:rPr>
              <a:t>Al pagar con tarjeta o SPEI, el sistema registra el pago, genera la factura electrónica y te muestra botones PDF y XML para descargarla.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56539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Instituto Winston Churchill  ·  Familias · Guía de inscripciones y colegiaturas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inston-churc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80040" cy="749808"/>
          </a:xfrm>
          <a:prstGeom prst="rect">
            <a:avLst/>
          </a:prstGeom>
        </p:spPr>
      </p:pic>
      <p:pic>
        <p:nvPicPr>
          <p:cNvPr id="5" name="Picture 4" descr="logo-winston-educa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09728"/>
            <a:ext cx="580236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164592"/>
            <a:ext cx="9601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Tu factura PDF y XML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035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5F3FC"/>
                </a:solidFill>
                <a:latin typeface="Calibri"/>
              </a:rPr>
              <a:t>Cuando el pago ya está registrado</a:t>
            </a:r>
          </a:p>
        </p:txBody>
      </p:sp>
      <p:pic>
        <p:nvPicPr>
          <p:cNvPr id="8" name="Picture 7" descr="image-977c7977-6c96-490c-ac67-f23f0c7378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80160"/>
            <a:ext cx="11155680" cy="17700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200400"/>
            <a:ext cx="111556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D9488"/>
                </a:solidFill>
                <a:latin typeface="Calibri"/>
              </a:rPr>
              <a:t>En el paso “Pago de reinscripción” verás botones PDF (rojo) y XML (azul).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Guárdalos en tu correo o carpeta; son tu factura CFDI.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D97706"/>
                </a:solidFill>
                <a:latin typeface="Calibri"/>
              </a:rPr>
              <a:t>Si aún no aparecen, espera unos minutos y pulsa Actualizar.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Instituto Winston Churchill  ·  Familias · Guía de inscripciones y colegiaturas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inston-churc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80040" cy="749808"/>
          </a:xfrm>
          <a:prstGeom prst="rect">
            <a:avLst/>
          </a:prstGeom>
        </p:spPr>
      </p:pic>
      <p:pic>
        <p:nvPicPr>
          <p:cNvPr id="5" name="Picture 4" descr="logo-winston-educa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09728"/>
            <a:ext cx="580236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164592"/>
            <a:ext cx="9601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Recibo final y colegiaturas nuevas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035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5F3FC"/>
                </a:solidFill>
                <a:latin typeface="Calibri"/>
              </a:rPr>
              <a:t>Último paso antes de ver el ciclo nuevo</a:t>
            </a:r>
          </a:p>
        </p:txBody>
      </p:sp>
      <p:pic>
        <p:nvPicPr>
          <p:cNvPr id="8" name="Picture 7" descr="image-8e83361e-af05-4e01-9087-8c5b8f1d49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34440"/>
            <a:ext cx="11155680" cy="17700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200400"/>
            <a:ext cx="1097280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D97706"/>
                </a:solidFill>
                <a:latin typeface="Calibri"/>
              </a:rPr>
              <a:t>Abre el recibo final (paso 04) aunque sea una vez.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6A34A"/>
                </a:solidFill>
                <a:latin typeface="Calibri"/>
              </a:rPr>
              <a:t>Cuando los 4 pasos digan Completado, verás “Proceso de reinscripción completado”.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Ahí puedes Expandir o Collapsar para volver a ver los pasos.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D9488"/>
                </a:solidFill>
                <a:latin typeface="Calibri"/>
              </a:rPr>
              <a:t>Debajo aparecerán las colegiaturas del ciclo nuevo (cuota de inicio de curso, etc.).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Instituto Winston Churchill  ·  Familias · Guía de inscripciones y colegiaturas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inston-churc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580040" cy="749808"/>
          </a:xfrm>
          <a:prstGeom prst="rect">
            <a:avLst/>
          </a:prstGeom>
        </p:spPr>
      </p:pic>
      <p:pic>
        <p:nvPicPr>
          <p:cNvPr id="5" name="Picture 4" descr="logo-winston-educa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09728"/>
            <a:ext cx="580236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164592"/>
            <a:ext cx="9601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Consejos útiles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035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5F3FC"/>
                </a:solidFill>
                <a:latin typeface="Calibri"/>
              </a:rPr>
              <a:t>Para que el proceso avance sin trabas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D9488"/>
                </a:solidFill>
                <a:latin typeface="Calibri"/>
              </a:rPr>
              <a:t>•  Completa un paso a la vez y espera a ver la etiqueta COMPLETADO.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97706"/>
                </a:solidFill>
                <a:latin typeface="Calibri"/>
              </a:rPr>
              <a:t>•  Si pagaste y no se refleja, usa Actualizar o recarga la página.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C2626"/>
                </a:solidFill>
                <a:latin typeface="Calibri"/>
              </a:rPr>
              <a:t>•  No cierres la ventana del banco hasta ver confirmación.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6A34A"/>
                </a:solidFill>
                <a:latin typeface="Calibri"/>
              </a:rPr>
              <a:t>•  Conserva PDF y XML de cada pago importante.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EA5E9"/>
                </a:solidFill>
                <a:latin typeface="Calibri"/>
              </a:rPr>
              <a:t>•  ¿Dudas? Contacta a servicios escolares o caja de tu plantel.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65392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Instituto Winston Churchill  ·  Familias · Guía de inscripciones y colegiaturas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inston-church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731520"/>
            <a:ext cx="1131786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¡Gracias por confiar en Winston!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BAE6FD"/>
                </a:solidFill>
                <a:latin typeface="Calibri"/>
              </a:rPr>
              <a:t>Portal de inscripciones y colegiaturas
https://servicios-admin.vercel.app/portal-inscripciones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